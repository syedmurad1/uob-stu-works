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1pPr>
    <a:lvl2pPr marL="0" marR="0" indent="4572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2pPr>
    <a:lvl3pPr marL="0" marR="0" indent="9144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3pPr>
    <a:lvl4pPr marL="0" marR="0" indent="13716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4pPr>
    <a:lvl5pPr marL="0" marR="0" indent="18288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5pPr>
    <a:lvl6pPr marL="0" marR="0" indent="22860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6pPr>
    <a:lvl7pPr marL="0" marR="0" indent="27432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7pPr>
    <a:lvl8pPr marL="0" marR="0" indent="32004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8pPr>
    <a:lvl9pPr marL="0" marR="0" indent="36576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217956"/>
              <a:satOff val="14368"/>
              <a:lumOff val="17764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71091"/>
              <a:satOff val="15926"/>
              <a:lumOff val="22314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45B43B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45B43B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9036"/>
              <a:lumOff val="17111"/>
            </a:schemeClr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BD17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FBD17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8A2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32C5B9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2">
                  <a:hueOff val="240640"/>
                  <a:satOff val="2542"/>
                  <a:lumOff val="-1319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240640"/>
              <a:satOff val="2542"/>
              <a:lumOff val="-13198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19200" y="11986162"/>
            <a:ext cx="21945599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29" sz="30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19200" y="7567579"/>
            <a:ext cx="21945600" cy="225059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each and sea at sunset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19200" y="7569200"/>
            <a:ext cx="21945600" cy="22521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hor and Date"/>
          <p:cNvSpPr txBox="1"/>
          <p:nvPr>
            <p:ph type="body" sz="quarter" idx="22" hasCustomPrompt="1"/>
          </p:nvPr>
        </p:nvSpPr>
        <p:spPr>
          <a:xfrm>
            <a:off x="1219200" y="11988800"/>
            <a:ext cx="21945602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29" sz="30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/>
          <p:nvPr>
            <p:ph type="title" hasCustomPrompt="1"/>
          </p:nvPr>
        </p:nvSpPr>
        <p:spPr>
          <a:xfrm>
            <a:off x="1215495" y="4585102"/>
            <a:ext cx="9757338" cy="2540001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3" name="Sea against sky at sunset"/>
          <p:cNvSpPr/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Slide Subtitle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4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1" name="Sea against sky at sunset"/>
          <p:cNvSpPr/>
          <p:nvPr>
            <p:ph type="pic" idx="21"/>
          </p:nvPr>
        </p:nvSpPr>
        <p:spPr>
          <a:xfrm>
            <a:off x="12192644" y="718588"/>
            <a:ext cx="10972801" cy="1232962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2" name="Slide Subtitle"/>
          <p:cNvSpPr txBox="1"/>
          <p:nvPr>
            <p:ph type="body" sz="quarter" idx="22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2" name="Slide Subtitle"/>
          <p:cNvSpPr txBox="1"/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2" name="Slide Subtitle"/>
          <p:cNvSpPr txBox="1"/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19200" y="3242270"/>
            <a:ext cx="21945600" cy="6604001"/>
          </a:xfrm>
          <a:prstGeom prst="rect">
            <a:avLst/>
          </a:prstGeom>
        </p:spPr>
        <p:txBody>
          <a:bodyPr anchor="ctr"/>
          <a:lstStyle>
            <a:lvl1pPr>
              <a:defRPr spc="0" sz="12800"/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4572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9144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13716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18288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Agenda Subtitle"/>
          <p:cNvSpPr txBox="1"/>
          <p:nvPr>
            <p:ph type="body" sz="quarter" idx="21" hasCustomPrompt="1"/>
          </p:nvPr>
        </p:nvSpPr>
        <p:spPr>
          <a:xfrm>
            <a:off x="1219200" y="2387115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/>
          <p:nvPr>
            <p:ph type="body" sz="quarter" idx="21" hasCustomPrompt="1"/>
          </p:nvPr>
        </p:nvSpPr>
        <p:spPr>
          <a:xfrm>
            <a:off x="1219200" y="8462239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7" name="Body Level One…"/>
          <p:cNvSpPr txBox="1"/>
          <p:nvPr>
            <p:ph type="body" sz="half" idx="1" hasCustomPrompt="1"/>
          </p:nvPr>
        </p:nvSpPr>
        <p:spPr>
          <a:xfrm>
            <a:off x="1219200" y="4214484"/>
            <a:ext cx="21945600" cy="4269708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1219200" y="11100053"/>
            <a:ext cx="21945602" cy="832613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ea against sky at sunset 2"/>
          <p:cNvSpPr/>
          <p:nvPr>
            <p:ph type="pic" sz="quarter" idx="21"/>
          </p:nvPr>
        </p:nvSpPr>
        <p:spPr>
          <a:xfrm>
            <a:off x="15744825" y="5581752"/>
            <a:ext cx="7365408" cy="82804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Sea against sky at sunset 1"/>
          <p:cNvSpPr/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each and sea at sunset"/>
          <p:cNvSpPr/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each and sea at sunset"/>
          <p:cNvSpPr/>
          <p:nvPr>
            <p:ph type="pic" idx="21"/>
          </p:nvPr>
        </p:nvSpPr>
        <p:spPr>
          <a:xfrm>
            <a:off x="1270000" y="-423334"/>
            <a:ext cx="21844000" cy="145626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97689" y="12700000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1pPr>
      <a:lvl2pPr marL="0" marR="0" indent="457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2pPr>
      <a:lvl3pPr marL="0" marR="0" indent="914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3pPr>
      <a:lvl4pPr marL="0" marR="0" indent="1371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4pPr>
      <a:lvl5pPr marL="0" marR="0" indent="18288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5pPr>
      <a:lvl6pPr marL="0" marR="0" indent="22860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6pPr>
      <a:lvl7pPr marL="0" marR="0" indent="2743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7pPr>
      <a:lvl8pPr marL="0" marR="0" indent="3200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8pPr>
      <a:lvl9pPr marL="0" marR="0" indent="3657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9pPr>
    </p:titleStyle>
    <p:bodyStyle>
      <a:lvl1pPr marL="5461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10922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16383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21844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27305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32766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38227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43688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49149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roup: Thanat, Alp, Mustafa, James, Matt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Group: Thanat, Alp, Mustafa, James, Matt</a:t>
            </a:r>
          </a:p>
        </p:txBody>
      </p:sp>
      <p:sp>
        <p:nvSpPr>
          <p:cNvPr id="172" name="Homework 6 &amp; 7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Homework 6 &amp; 7 </a:t>
            </a:r>
          </a:p>
        </p:txBody>
      </p:sp>
      <p:sp>
        <p:nvSpPr>
          <p:cNvPr id="173" name="Weak 2 - Computational Thinking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Weak 2 - Computational Thinking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Screenshot 2026-09-29 at 00.57.53.png" descr="Screenshot 2026-09-29 at 00.57.5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22" y="43168"/>
            <a:ext cx="24369954" cy="136296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IMAGE 2026-09-29 15:59:25.jpg" descr="IMAGE 2026-09-29 15:59:25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75387" y="-92479"/>
            <a:ext cx="24534774" cy="1390095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Screenshot 2026-09-29 at 15.59.38.png" descr="Screenshot 2026-09-29 at 15.59.3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7262" y="196863"/>
            <a:ext cx="23929476" cy="133222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Screenshot 2026-09-29 at 15.59.52.png" descr="Screenshot 2026-09-29 at 15.59.5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2872" y="431918"/>
            <a:ext cx="23098256" cy="128521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Screenshot 2026-09-29 at 16.00.08.png" descr="Screenshot 2026-09-29 at 16.00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2361" y="266295"/>
            <a:ext cx="23739278" cy="131834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Screenshot 2026-09-29 at 00.52.19.png" descr="Screenshot 2026-09-29 at 00.52.1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49846" y="-23586"/>
            <a:ext cx="24683692" cy="1376317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